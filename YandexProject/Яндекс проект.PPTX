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93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8796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200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060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950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86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54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44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860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4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830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0578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058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753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326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25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96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C16BB89-ABBE-4811-829E-5A44A9B7C513}" type="datetimeFigureOut">
              <a:rPr lang="ru-RU" smtClean="0"/>
              <a:t>12.11.2021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4CE6E-F65D-4E6A-9BDD-32785EC6A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4339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Проект </a:t>
            </a:r>
            <a:r>
              <a:rPr lang="en-US" dirty="0" err="1" smtClean="0"/>
              <a:t>PyQt</a:t>
            </a:r>
            <a:r>
              <a:rPr lang="ru-RU" dirty="0"/>
              <a:t> </a:t>
            </a:r>
            <a:r>
              <a:rPr lang="ru-RU" dirty="0" err="1" smtClean="0"/>
              <a:t>Яндекс.Лицея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Тема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ru-RU" dirty="0"/>
              <a:t>Бронирование компьютеров</a:t>
            </a:r>
            <a:endParaRPr lang="en-US" dirty="0" smtClean="0"/>
          </a:p>
          <a:p>
            <a:r>
              <a:rPr lang="ru-RU" dirty="0"/>
              <a:t>Разработчик: Тухватуллин Роман Альбертович</a:t>
            </a:r>
          </a:p>
        </p:txBody>
      </p:sp>
    </p:spTree>
    <p:extLst>
      <p:ext uri="{BB962C8B-B14F-4D97-AF65-F5344CB8AC3E}">
        <p14:creationId xmlns:p14="http://schemas.microsoft.com/office/powerpoint/2010/main" val="6694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проекта.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Целью проекта было создание </a:t>
            </a:r>
            <a:r>
              <a:rPr lang="en-US" dirty="0" smtClean="0"/>
              <a:t>Python</a:t>
            </a:r>
            <a:r>
              <a:rPr lang="ru-RU" dirty="0" smtClean="0"/>
              <a:t> приложения, используя </a:t>
            </a:r>
            <a:r>
              <a:rPr lang="en-US" dirty="0" err="1" smtClean="0"/>
              <a:t>PyQt</a:t>
            </a:r>
            <a:r>
              <a:rPr lang="ru-RU" dirty="0" smtClean="0"/>
              <a:t> для реализации интерфейса, с базой данных. Идеей было создание программы для компьютерного клуба, которая должна оцифровать и упрощать систему бронирований. В качестве базы данных использовался </a:t>
            </a:r>
            <a:r>
              <a:rPr lang="en-US" dirty="0" smtClean="0"/>
              <a:t>SQLite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3463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Главное окно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274648"/>
            <a:ext cx="8316685" cy="538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6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Окно администратора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0" y="1302339"/>
            <a:ext cx="8158255" cy="530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07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приложения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приложении есть 2 окна</a:t>
            </a:r>
            <a:r>
              <a:rPr lang="en-US" dirty="0" smtClean="0"/>
              <a:t>: </a:t>
            </a:r>
            <a:r>
              <a:rPr lang="ru-RU" dirty="0" smtClean="0"/>
              <a:t>«Забронировать» для всех пользователей и «Для админов», в которое может попасть только администратор путем авторизации. </a:t>
            </a:r>
            <a:endParaRPr lang="en-US" dirty="0" smtClean="0"/>
          </a:p>
          <a:p>
            <a:r>
              <a:rPr lang="ru-RU" dirty="0" smtClean="0"/>
              <a:t>В первом окне пользователь может забронировать любой свободный компьютер, выбрав клуб, зал, дату и время. </a:t>
            </a:r>
            <a:r>
              <a:rPr lang="ru-RU" dirty="0" smtClean="0"/>
              <a:t>Если есть свободный ПК, то программа сообщит все данные о бронировании, в ином случае попросит выбрать другое время.</a:t>
            </a:r>
          </a:p>
          <a:p>
            <a:r>
              <a:rPr lang="ru-RU" dirty="0" smtClean="0"/>
              <a:t>В окне для администратора можно удалять клубы, залы и бронирования. Также их можно добавить, и они сразу внесутся в базу данных.</a:t>
            </a:r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557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базы данных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261064"/>
            <a:ext cx="7807186" cy="5387816"/>
          </a:xfrm>
        </p:spPr>
      </p:pic>
      <p:sp>
        <p:nvSpPr>
          <p:cNvPr id="5" name="TextBox 4"/>
          <p:cNvSpPr txBox="1"/>
          <p:nvPr/>
        </p:nvSpPr>
        <p:spPr>
          <a:xfrm>
            <a:off x="8644399" y="1152983"/>
            <a:ext cx="33124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Также присутствует таблица аккаунтов администраторов, она не связана с другими таблицами.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04518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Программа справляется со своей задачей, вносит бронирования, проверяя время и дату и позволяет редактировать базу данных через пользовательский интерфейс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2792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</TotalTime>
  <Words>190</Words>
  <Application>Microsoft Office PowerPoint</Application>
  <PresentationFormat>Широкоэкранный</PresentationFormat>
  <Paragraphs>15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Ион</vt:lpstr>
      <vt:lpstr>Проект PyQt Яндекс.Лицея</vt:lpstr>
      <vt:lpstr>Цель проекта.</vt:lpstr>
      <vt:lpstr>Главное окно</vt:lpstr>
      <vt:lpstr>Окно администратора</vt:lpstr>
      <vt:lpstr>Структура приложения</vt:lpstr>
      <vt:lpstr>Структура базы данных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PyQt Яндекс.Лицея</dc:title>
  <dc:creator>Roman Tukhvatullin</dc:creator>
  <cp:lastModifiedBy>Roman Tukhvatullin</cp:lastModifiedBy>
  <cp:revision>4</cp:revision>
  <dcterms:created xsi:type="dcterms:W3CDTF">2021-11-12T06:02:18Z</dcterms:created>
  <dcterms:modified xsi:type="dcterms:W3CDTF">2021-11-12T09:53:40Z</dcterms:modified>
</cp:coreProperties>
</file>